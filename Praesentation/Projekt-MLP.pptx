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rr Yannek Birklbauer | sey-IT Group" userId="595f6179-c229-49be-9476-b280243d2c60" providerId="ADAL" clId="{B21805FD-F9E5-415D-8E7A-51763720886E}"/>
    <pc:docChg chg="undo custSel modSld">
      <pc:chgData name="Herr Yannek Birklbauer | sey-IT Group" userId="595f6179-c229-49be-9476-b280243d2c60" providerId="ADAL" clId="{B21805FD-F9E5-415D-8E7A-51763720886E}" dt="2026-10-20T11:00:56.982" v="265" actId="22"/>
      <pc:docMkLst>
        <pc:docMk/>
      </pc:docMkLst>
      <pc:sldChg chg="addSp delSp modSp mod">
        <pc:chgData name="Herr Yannek Birklbauer | sey-IT Group" userId="595f6179-c229-49be-9476-b280243d2c60" providerId="ADAL" clId="{B21805FD-F9E5-415D-8E7A-51763720886E}" dt="2026-10-20T11:00:56.982" v="265" actId="22"/>
        <pc:sldMkLst>
          <pc:docMk/>
          <pc:sldMk cId="0" sldId="257"/>
        </pc:sldMkLst>
        <pc:picChg chg="add del mod">
          <ac:chgData name="Herr Yannek Birklbauer | sey-IT Group" userId="595f6179-c229-49be-9476-b280243d2c60" providerId="ADAL" clId="{B21805FD-F9E5-415D-8E7A-51763720886E}" dt="2026-10-20T11:00:32.790" v="260" actId="21"/>
          <ac:picMkLst>
            <pc:docMk/>
            <pc:sldMk cId="0" sldId="257"/>
            <ac:picMk id="3" creationId="{AD733674-F4B2-88B6-2E1E-DEA6E8380263}"/>
          </ac:picMkLst>
        </pc:picChg>
        <pc:picChg chg="add del">
          <ac:chgData name="Herr Yannek Birklbauer | sey-IT Group" userId="595f6179-c229-49be-9476-b280243d2c60" providerId="ADAL" clId="{B21805FD-F9E5-415D-8E7A-51763720886E}" dt="2026-10-20T11:00:41.824" v="262" actId="21"/>
          <ac:picMkLst>
            <pc:docMk/>
            <pc:sldMk cId="0" sldId="257"/>
            <ac:picMk id="5" creationId="{8099E9CA-7BA2-AF00-F765-15E9E824E8C2}"/>
          </ac:picMkLst>
        </pc:picChg>
        <pc:picChg chg="add del">
          <ac:chgData name="Herr Yannek Birklbauer | sey-IT Group" userId="595f6179-c229-49be-9476-b280243d2c60" providerId="ADAL" clId="{B21805FD-F9E5-415D-8E7A-51763720886E}" dt="2026-10-20T11:00:50.623" v="264" actId="21"/>
          <ac:picMkLst>
            <pc:docMk/>
            <pc:sldMk cId="0" sldId="257"/>
            <ac:picMk id="7" creationId="{2BF0E5D8-51CB-5377-A52F-E333B3D50249}"/>
          </ac:picMkLst>
        </pc:picChg>
        <pc:picChg chg="add">
          <ac:chgData name="Herr Yannek Birklbauer | sey-IT Group" userId="595f6179-c229-49be-9476-b280243d2c60" providerId="ADAL" clId="{B21805FD-F9E5-415D-8E7A-51763720886E}" dt="2026-10-20T11:00:56.982" v="265" actId="22"/>
          <ac:picMkLst>
            <pc:docMk/>
            <pc:sldMk cId="0" sldId="257"/>
            <ac:picMk id="19" creationId="{1346AED0-A0AB-F0E6-8839-8146B53A131B}"/>
          </ac:picMkLst>
        </pc:picChg>
      </pc:sldChg>
      <pc:sldChg chg="modSp mod">
        <pc:chgData name="Herr Yannek Birklbauer | sey-IT Group" userId="595f6179-c229-49be-9476-b280243d2c60" providerId="ADAL" clId="{B21805FD-F9E5-415D-8E7A-51763720886E}" dt="2026-10-20T09:54:17.615" v="109" actId="20577"/>
        <pc:sldMkLst>
          <pc:docMk/>
          <pc:sldMk cId="0" sldId="258"/>
        </pc:sldMkLst>
        <pc:spChg chg="mod">
          <ac:chgData name="Herr Yannek Birklbauer | sey-IT Group" userId="595f6179-c229-49be-9476-b280243d2c60" providerId="ADAL" clId="{B21805FD-F9E5-415D-8E7A-51763720886E}" dt="2026-10-20T09:54:17.615" v="109" actId="20577"/>
          <ac:spMkLst>
            <pc:docMk/>
            <pc:sldMk cId="0" sldId="258"/>
            <ac:spMk id="29" creationId="{00000000-0000-0000-0000-000000000000}"/>
          </ac:spMkLst>
        </pc:spChg>
      </pc:sldChg>
      <pc:sldChg chg="modSp mod">
        <pc:chgData name="Herr Yannek Birklbauer | sey-IT Group" userId="595f6179-c229-49be-9476-b280243d2c60" providerId="ADAL" clId="{B21805FD-F9E5-415D-8E7A-51763720886E}" dt="2026-10-20T09:52:36.983" v="58" actId="20577"/>
        <pc:sldMkLst>
          <pc:docMk/>
          <pc:sldMk cId="0" sldId="259"/>
        </pc:sldMkLst>
        <pc:spChg chg="mod">
          <ac:chgData name="Herr Yannek Birklbauer | sey-IT Group" userId="595f6179-c229-49be-9476-b280243d2c60" providerId="ADAL" clId="{B21805FD-F9E5-415D-8E7A-51763720886E}" dt="2026-10-20T09:52:36.983" v="58" actId="20577"/>
          <ac:spMkLst>
            <pc:docMk/>
            <pc:sldMk cId="0" sldId="259"/>
            <ac:spMk id="36" creationId="{00000000-0000-0000-0000-000000000000}"/>
          </ac:spMkLst>
        </pc:spChg>
        <pc:spChg chg="mod">
          <ac:chgData name="Herr Yannek Birklbauer | sey-IT Group" userId="595f6179-c229-49be-9476-b280243d2c60" providerId="ADAL" clId="{B21805FD-F9E5-415D-8E7A-51763720886E}" dt="2026-10-20T09:52:11.869" v="35" actId="20577"/>
          <ac:spMkLst>
            <pc:docMk/>
            <pc:sldMk cId="0" sldId="259"/>
            <ac:spMk id="38" creationId="{00000000-0000-0000-0000-000000000000}"/>
          </ac:spMkLst>
        </pc:spChg>
      </pc:sldChg>
      <pc:sldChg chg="modSp mod">
        <pc:chgData name="Herr Yannek Birklbauer | sey-IT Group" userId="595f6179-c229-49be-9476-b280243d2c60" providerId="ADAL" clId="{B21805FD-F9E5-415D-8E7A-51763720886E}" dt="2026-10-20T09:56:58.647" v="259" actId="313"/>
        <pc:sldMkLst>
          <pc:docMk/>
          <pc:sldMk cId="0" sldId="260"/>
        </pc:sldMkLst>
        <pc:spChg chg="mod">
          <ac:chgData name="Herr Yannek Birklbauer | sey-IT Group" userId="595f6179-c229-49be-9476-b280243d2c60" providerId="ADAL" clId="{B21805FD-F9E5-415D-8E7A-51763720886E}" dt="2026-10-20T09:56:58.647" v="259" actId="313"/>
          <ac:spMkLst>
            <pc:docMk/>
            <pc:sldMk cId="0" sldId="260"/>
            <ac:spMk id="48" creationId="{00000000-0000-0000-0000-000000000000}"/>
          </ac:spMkLst>
        </pc:spChg>
        <pc:spChg chg="mod">
          <ac:chgData name="Herr Yannek Birklbauer | sey-IT Group" userId="595f6179-c229-49be-9476-b280243d2c60" providerId="ADAL" clId="{B21805FD-F9E5-415D-8E7A-51763720886E}" dt="2026-10-20T09:55:25.456" v="173" actId="20577"/>
          <ac:spMkLst>
            <pc:docMk/>
            <pc:sldMk cId="0" sldId="260"/>
            <ac:spMk id="5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kzentleiste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3" name="Marke"/>
          <p:cNvSpPr/>
          <p:nvPr/>
        </p:nvSpPr>
        <p:spPr>
          <a:xfrm>
            <a:off x="640080" y="4572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/>
            <a:r>
              <a:rPr lang="de-DE" sz="1600" b="1" dirty="0">
                <a:solidFill>
                  <a:srgbClr val="FF6600"/>
                </a:solidFill>
                <a:latin typeface="Segoe UI"/>
                <a:cs typeface="Segoe UI"/>
              </a:rPr>
              <a:t>sey-</a:t>
            </a:r>
            <a:r>
              <a:rPr lang="de-DE" sz="1600" b="1" dirty="0">
                <a:solidFill>
                  <a:srgbClr val="FFFFFF"/>
                </a:solidFill>
                <a:latin typeface="Segoe UI"/>
                <a:cs typeface="Segoe UI"/>
              </a:rPr>
              <a:t>IT</a:t>
            </a:r>
            <a:r>
              <a:rPr lang="de-DE" sz="1600" b="0" dirty="0">
                <a:solidFill>
                  <a:srgbClr val="C8C8C8"/>
                </a:solidFill>
                <a:latin typeface="Segoe UI"/>
                <a:cs typeface="Segoe UI"/>
              </a:rPr>
              <a:t> Group</a:t>
            </a:r>
          </a:p>
        </p:txBody>
      </p:sp>
      <p:sp>
        <p:nvSpPr>
          <p:cNvPr id="4" name="Titel"/>
          <p:cNvSpPr/>
          <p:nvPr/>
        </p:nvSpPr>
        <p:spPr>
          <a:xfrm>
            <a:off x="640080" y="210312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/>
            <a:r>
              <a:rPr lang="de-DE" sz="6000" b="1" dirty="0">
                <a:solidFill>
                  <a:srgbClr val="FFFFFF"/>
                </a:solidFill>
                <a:latin typeface="Segoe UI"/>
                <a:cs typeface="Segoe UI"/>
              </a:rPr>
              <a:t>Workshopportal</a:t>
            </a:r>
          </a:p>
        </p:txBody>
      </p:sp>
      <p:sp>
        <p:nvSpPr>
          <p:cNvPr id="5" name="Untertitel"/>
          <p:cNvSpPr/>
          <p:nvPr/>
        </p:nvSpPr>
        <p:spPr>
          <a:xfrm>
            <a:off x="640080" y="329184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/>
            <a:r>
              <a:rPr lang="de-DE" sz="3000" b="1" dirty="0">
                <a:solidFill>
                  <a:srgbClr val="FF6600"/>
                </a:solidFill>
                <a:latin typeface="Segoe UI"/>
                <a:cs typeface="Segoe UI"/>
              </a:rPr>
              <a:t>Microsoft License Pro Workshop</a:t>
            </a:r>
          </a:p>
        </p:txBody>
      </p:sp>
      <p:sp>
        <p:nvSpPr>
          <p:cNvPr id="6" name="Titelstrich"/>
          <p:cNvSpPr/>
          <p:nvPr/>
        </p:nvSpPr>
        <p:spPr>
          <a:xfrm>
            <a:off x="749808" y="4114800"/>
            <a:ext cx="146304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7" name="Slogan"/>
          <p:cNvSpPr/>
          <p:nvPr/>
        </p:nvSpPr>
        <p:spPr>
          <a:xfrm>
            <a:off x="640080" y="4937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/>
            <a:r>
              <a:rPr lang="de-DE" sz="2400" b="1" dirty="0">
                <a:solidFill>
                  <a:srgbClr val="FF6600"/>
                </a:solidFill>
                <a:latin typeface="Segoe UI"/>
                <a:cs typeface="Segoe UI"/>
              </a:rPr>
              <a:t>ready</a:t>
            </a:r>
            <a:r>
              <a:rPr lang="de-DE" sz="2400" b="0" dirty="0">
                <a:solidFill>
                  <a:srgbClr val="C8C8C8"/>
                </a:solidFill>
                <a:latin typeface="Segoe UI"/>
                <a:cs typeface="Segoe UI"/>
              </a:rPr>
              <a:t>  →  </a:t>
            </a:r>
            <a:r>
              <a:rPr lang="de-DE" sz="2400" b="1" dirty="0">
                <a:solidFill>
                  <a:srgbClr val="C8C8C8"/>
                </a:solidFill>
                <a:latin typeface="Segoe UI"/>
                <a:cs typeface="Segoe UI"/>
              </a:rPr>
              <a:t>steady</a:t>
            </a:r>
            <a:r>
              <a:rPr lang="de-DE" sz="2400" b="0" dirty="0">
                <a:solidFill>
                  <a:srgbClr val="C8C8C8"/>
                </a:solidFill>
                <a:latin typeface="Segoe UI"/>
                <a:cs typeface="Segoe UI"/>
              </a:rPr>
              <a:t>  →  </a:t>
            </a:r>
            <a:r>
              <a:rPr lang="de-DE" sz="2400" b="1" dirty="0">
                <a:solidFill>
                  <a:srgbClr val="FF6600"/>
                </a:solidFill>
                <a:latin typeface="Segoe UI"/>
                <a:cs typeface="Segoe UI"/>
              </a:rPr>
              <a:t>sey-</a:t>
            </a:r>
            <a:r>
              <a:rPr lang="de-DE" sz="2400" b="1" dirty="0">
                <a:solidFill>
                  <a:srgbClr val="FFFFFF"/>
                </a:solidFill>
                <a:latin typeface="Segoe UI"/>
                <a:cs typeface="Segoe UI"/>
              </a:rPr>
              <a:t>IT</a:t>
            </a:r>
          </a:p>
        </p:txBody>
      </p:sp>
      <p:sp>
        <p:nvSpPr>
          <p:cNvPr id="8" name="Projekt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/>
            <a:r>
              <a:rPr lang="de-DE" sz="1400" b="0" dirty="0">
                <a:solidFill>
                  <a:srgbClr val="C8C8C8"/>
                </a:solidFill>
                <a:latin typeface="Segoe UI"/>
                <a:cs typeface="Segoe UI"/>
              </a:rPr>
              <a:t>Projekt MLP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kzentleiste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10" name="Titel"/>
          <p:cNvSpPr/>
          <p:nvPr/>
        </p:nvSpPr>
        <p:spPr>
          <a:xfrm>
            <a:off x="457200" y="50292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/>
            <a:r>
              <a:rPr lang="de-DE" sz="3600" b="1" dirty="0">
                <a:solidFill>
                  <a:srgbClr val="FFFFFF"/>
                </a:solidFill>
                <a:latin typeface="Segoe UI"/>
                <a:cs typeface="Segoe UI"/>
              </a:rPr>
              <a:t>Das Projekt</a:t>
            </a:r>
          </a:p>
        </p:txBody>
      </p:sp>
      <p:sp>
        <p:nvSpPr>
          <p:cNvPr id="11" name="Titelstrich"/>
          <p:cNvSpPr/>
          <p:nvPr/>
        </p:nvSpPr>
        <p:spPr>
          <a:xfrm>
            <a:off x="566928" y="1280160"/>
            <a:ext cx="1097280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12" name="Kachel"/>
          <p:cNvSpPr/>
          <p:nvPr/>
        </p:nvSpPr>
        <p:spPr>
          <a:xfrm>
            <a:off x="548640" y="2194560"/>
            <a:ext cx="3474720" cy="2743200"/>
          </a:xfrm>
          <a:prstGeom prst="rect">
            <a:avLst/>
          </a:prstGeom>
          <a:solidFill>
            <a:srgbClr val="34383F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/>
            <a:r>
              <a:rPr lang="de-DE" sz="4000" b="1" dirty="0">
                <a:solidFill>
                  <a:srgbClr val="FF6600"/>
                </a:solidFill>
                <a:latin typeface="Segoe UI"/>
                <a:cs typeface="Segoe UI"/>
              </a:rPr>
              <a:t>2 Termine</a:t>
            </a:r>
          </a:p>
          <a:p>
            <a:pPr algn="ctr"/>
            <a:r>
              <a:rPr lang="de-DE" sz="1800" b="0" dirty="0">
                <a:solidFill>
                  <a:srgbClr val="C8C8C8"/>
                </a:solidFill>
                <a:latin typeface="Segoe UI"/>
                <a:cs typeface="Segoe UI"/>
              </a:rPr>
              <a:t>18.11. · 25.11.2026</a:t>
            </a:r>
          </a:p>
        </p:txBody>
      </p:sp>
      <p:sp>
        <p:nvSpPr>
          <p:cNvPr id="13" name="Kachelkante"/>
          <p:cNvSpPr/>
          <p:nvPr/>
        </p:nvSpPr>
        <p:spPr>
          <a:xfrm>
            <a:off x="548640" y="2194560"/>
            <a:ext cx="347472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14" name="Kachel"/>
          <p:cNvSpPr/>
          <p:nvPr/>
        </p:nvSpPr>
        <p:spPr>
          <a:xfrm>
            <a:off x="4361688" y="2194560"/>
            <a:ext cx="3474720" cy="2743200"/>
          </a:xfrm>
          <a:prstGeom prst="rect">
            <a:avLst/>
          </a:prstGeom>
          <a:solidFill>
            <a:srgbClr val="34383F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/>
            <a:r>
              <a:rPr lang="de-DE" sz="4000" b="1" dirty="0">
                <a:solidFill>
                  <a:srgbClr val="FF6600"/>
                </a:solidFill>
                <a:latin typeface="Segoe UI"/>
                <a:cs typeface="Segoe UI"/>
              </a:rPr>
              <a:t>20 Plätze</a:t>
            </a:r>
          </a:p>
          <a:p>
            <a:pPr algn="ctr"/>
            <a:r>
              <a:rPr lang="de-DE" sz="1800" b="0" dirty="0">
                <a:solidFill>
                  <a:srgbClr val="C8C8C8"/>
                </a:solidFill>
                <a:latin typeface="Segoe UI"/>
                <a:cs typeface="Segoe UI"/>
              </a:rPr>
              <a:t>pro Buchung</a:t>
            </a:r>
          </a:p>
        </p:txBody>
      </p:sp>
      <p:sp>
        <p:nvSpPr>
          <p:cNvPr id="15" name="Kachelkante"/>
          <p:cNvSpPr/>
          <p:nvPr/>
        </p:nvSpPr>
        <p:spPr>
          <a:xfrm>
            <a:off x="4361688" y="2194560"/>
            <a:ext cx="347472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16" name="Kachel"/>
          <p:cNvSpPr/>
          <p:nvPr/>
        </p:nvSpPr>
        <p:spPr>
          <a:xfrm>
            <a:off x="8165592" y="2194560"/>
            <a:ext cx="3474720" cy="2743200"/>
          </a:xfrm>
          <a:prstGeom prst="rect">
            <a:avLst/>
          </a:prstGeom>
          <a:solidFill>
            <a:srgbClr val="34383F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/>
            <a:r>
              <a:rPr lang="de-DE" sz="4000" b="1" dirty="0">
                <a:solidFill>
                  <a:srgbClr val="FF6600"/>
                </a:solidFill>
                <a:latin typeface="Segoe UI"/>
                <a:cs typeface="Segoe UI"/>
              </a:rPr>
              <a:t>2 Seiten</a:t>
            </a:r>
          </a:p>
          <a:p>
            <a:pPr algn="ctr"/>
            <a:r>
              <a:rPr lang="de-DE" sz="1800" b="0" dirty="0">
                <a:solidFill>
                  <a:srgbClr val="C8C8C8"/>
                </a:solidFill>
                <a:latin typeface="Segoe UI"/>
                <a:cs typeface="Segoe UI"/>
              </a:rPr>
              <a:t>Landingpage + Dashboard</a:t>
            </a:r>
          </a:p>
        </p:txBody>
      </p:sp>
      <p:sp>
        <p:nvSpPr>
          <p:cNvPr id="17" name="Kachelkante"/>
          <p:cNvSpPr/>
          <p:nvPr/>
        </p:nvSpPr>
        <p:spPr>
          <a:xfrm>
            <a:off x="8165592" y="2194560"/>
            <a:ext cx="347472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18" name="Fusszeile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/>
            <a:r>
              <a:rPr lang="de-DE" sz="1200" b="0" dirty="0">
                <a:solidFill>
                  <a:srgbClr val="C8C8C8"/>
                </a:solidFill>
                <a:latin typeface="Segoe UI"/>
                <a:cs typeface="Segoe UI"/>
              </a:rPr>
              <a:t>sey-IT Group · Projekt MLP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1346AED0-A0AB-F0E6-8839-8146B53A1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3" y="0"/>
            <a:ext cx="1213829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kzentleiste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20" name="Titel"/>
          <p:cNvSpPr/>
          <p:nvPr/>
        </p:nvSpPr>
        <p:spPr>
          <a:xfrm>
            <a:off x="457200" y="50292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/>
            <a:r>
              <a:rPr lang="de-DE" sz="3600" b="1" dirty="0">
                <a:solidFill>
                  <a:srgbClr val="FFFFFF"/>
                </a:solidFill>
                <a:latin typeface="Segoe UI"/>
                <a:cs typeface="Segoe UI"/>
              </a:rPr>
              <a:t>Der Ablauf</a:t>
            </a:r>
          </a:p>
        </p:txBody>
      </p:sp>
      <p:sp>
        <p:nvSpPr>
          <p:cNvPr id="21" name="Titelstrich"/>
          <p:cNvSpPr/>
          <p:nvPr/>
        </p:nvSpPr>
        <p:spPr>
          <a:xfrm>
            <a:off x="566928" y="1280160"/>
            <a:ext cx="1097280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22" name="Schritt 1"/>
          <p:cNvSpPr/>
          <p:nvPr/>
        </p:nvSpPr>
        <p:spPr>
          <a:xfrm>
            <a:off x="566928" y="2286000"/>
            <a:ext cx="2286000" cy="2194560"/>
          </a:xfrm>
          <a:prstGeom prst="roundRect">
            <a:avLst/>
          </a:prstGeom>
          <a:solidFill>
            <a:srgbClr val="34383F"/>
          </a:solidFill>
          <a:ln w="28575">
            <a:solidFill>
              <a:srgbClr val="FF6600"/>
            </a:solidFill>
          </a:ln>
        </p:spPr>
        <p:txBody>
          <a:bodyPr wrap="square" lIns="137160" tIns="91440" rIns="137160" bIns="91440" anchor="ctr">
            <a:noAutofit/>
          </a:bodyPr>
          <a:lstStyle/>
          <a:p>
            <a:pPr algn="ctr"/>
            <a:r>
              <a:rPr lang="de-DE" sz="4400" b="1" dirty="0">
                <a:solidFill>
                  <a:srgbClr val="FF6600"/>
                </a:solidFill>
                <a:latin typeface="Segoe UI"/>
                <a:cs typeface="Segoe UI"/>
              </a:rPr>
              <a:t>1</a:t>
            </a:r>
          </a:p>
          <a:p>
            <a:pPr algn="ctr"/>
            <a:r>
              <a:rPr lang="de-DE" sz="2200" b="1" dirty="0">
                <a:solidFill>
                  <a:srgbClr val="FFFFFF"/>
                </a:solidFill>
                <a:latin typeface="Segoe UI"/>
                <a:cs typeface="Segoe UI"/>
              </a:rPr>
              <a:t>Landingpage</a:t>
            </a:r>
          </a:p>
        </p:txBody>
      </p:sp>
      <p:sp>
        <p:nvSpPr>
          <p:cNvPr id="23" name="Pfeil"/>
          <p:cNvSpPr/>
          <p:nvPr/>
        </p:nvSpPr>
        <p:spPr>
          <a:xfrm>
            <a:off x="2944368" y="3154680"/>
            <a:ext cx="457200" cy="457200"/>
          </a:xfrm>
          <a:prstGeom prst="rightArrow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24" name="Schritt 2"/>
          <p:cNvSpPr/>
          <p:nvPr/>
        </p:nvSpPr>
        <p:spPr>
          <a:xfrm>
            <a:off x="3493008" y="2286000"/>
            <a:ext cx="2286000" cy="2194560"/>
          </a:xfrm>
          <a:prstGeom prst="roundRect">
            <a:avLst/>
          </a:prstGeom>
          <a:solidFill>
            <a:srgbClr val="34383F"/>
          </a:solidFill>
          <a:ln w="28575">
            <a:solidFill>
              <a:srgbClr val="FF6600"/>
            </a:solidFill>
          </a:ln>
        </p:spPr>
        <p:txBody>
          <a:bodyPr wrap="square" lIns="137160" tIns="91440" rIns="137160" bIns="91440" anchor="ctr">
            <a:noAutofit/>
          </a:bodyPr>
          <a:lstStyle/>
          <a:p>
            <a:pPr algn="ctr"/>
            <a:r>
              <a:rPr lang="de-DE" sz="4400" b="1" dirty="0">
                <a:solidFill>
                  <a:srgbClr val="FF6600"/>
                </a:solidFill>
                <a:latin typeface="Segoe UI"/>
                <a:cs typeface="Segoe UI"/>
              </a:rPr>
              <a:t>2</a:t>
            </a:r>
          </a:p>
          <a:p>
            <a:pPr algn="ctr"/>
            <a:r>
              <a:rPr lang="de-DE" sz="2200" b="1" dirty="0">
                <a:solidFill>
                  <a:srgbClr val="FFFFFF"/>
                </a:solidFill>
                <a:latin typeface="Segoe UI"/>
                <a:cs typeface="Segoe UI"/>
              </a:rPr>
              <a:t>Workshop buchen</a:t>
            </a:r>
          </a:p>
        </p:txBody>
      </p:sp>
      <p:sp>
        <p:nvSpPr>
          <p:cNvPr id="25" name="Pfeil"/>
          <p:cNvSpPr/>
          <p:nvPr/>
        </p:nvSpPr>
        <p:spPr>
          <a:xfrm>
            <a:off x="5870448" y="3154680"/>
            <a:ext cx="457200" cy="457200"/>
          </a:xfrm>
          <a:prstGeom prst="rightArrow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26" name="Schritt 3"/>
          <p:cNvSpPr/>
          <p:nvPr/>
        </p:nvSpPr>
        <p:spPr>
          <a:xfrm>
            <a:off x="6419088" y="2286000"/>
            <a:ext cx="2286000" cy="2194560"/>
          </a:xfrm>
          <a:prstGeom prst="roundRect">
            <a:avLst/>
          </a:prstGeom>
          <a:solidFill>
            <a:srgbClr val="34383F"/>
          </a:solidFill>
          <a:ln w="28575">
            <a:solidFill>
              <a:srgbClr val="FF6600"/>
            </a:solidFill>
          </a:ln>
        </p:spPr>
        <p:txBody>
          <a:bodyPr wrap="square" lIns="137160" tIns="91440" rIns="137160" bIns="91440" anchor="ctr">
            <a:noAutofit/>
          </a:bodyPr>
          <a:lstStyle/>
          <a:p>
            <a:pPr algn="ctr"/>
            <a:r>
              <a:rPr lang="de-DE" sz="4400" b="1" dirty="0">
                <a:solidFill>
                  <a:srgbClr val="FF6600"/>
                </a:solidFill>
                <a:latin typeface="Segoe UI"/>
                <a:cs typeface="Segoe UI"/>
              </a:rPr>
              <a:t>3</a:t>
            </a:r>
          </a:p>
          <a:p>
            <a:pPr algn="ctr"/>
            <a:r>
              <a:rPr lang="de-DE" sz="2200" b="1" dirty="0">
                <a:solidFill>
                  <a:srgbClr val="FFFFFF"/>
                </a:solidFill>
                <a:latin typeface="Segoe UI"/>
                <a:cs typeface="Segoe UI"/>
              </a:rPr>
              <a:t>Dashboard</a:t>
            </a:r>
          </a:p>
        </p:txBody>
      </p:sp>
      <p:sp>
        <p:nvSpPr>
          <p:cNvPr id="27" name="Pfeil"/>
          <p:cNvSpPr/>
          <p:nvPr/>
        </p:nvSpPr>
        <p:spPr>
          <a:xfrm>
            <a:off x="8796528" y="3154680"/>
            <a:ext cx="457200" cy="457200"/>
          </a:xfrm>
          <a:prstGeom prst="rightArrow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28" name="Schritt 4"/>
          <p:cNvSpPr/>
          <p:nvPr/>
        </p:nvSpPr>
        <p:spPr>
          <a:xfrm>
            <a:off x="9345168" y="2286000"/>
            <a:ext cx="2286000" cy="2194560"/>
          </a:xfrm>
          <a:prstGeom prst="roundRect">
            <a:avLst/>
          </a:prstGeom>
          <a:solidFill>
            <a:srgbClr val="34383F"/>
          </a:solidFill>
          <a:ln w="28575">
            <a:solidFill>
              <a:srgbClr val="FF6600"/>
            </a:solidFill>
          </a:ln>
        </p:spPr>
        <p:txBody>
          <a:bodyPr wrap="square" lIns="137160" tIns="91440" rIns="137160" bIns="91440" anchor="ctr">
            <a:noAutofit/>
          </a:bodyPr>
          <a:lstStyle/>
          <a:p>
            <a:pPr algn="ctr"/>
            <a:r>
              <a:rPr lang="de-DE" sz="4400" b="1" dirty="0">
                <a:solidFill>
                  <a:srgbClr val="FF6600"/>
                </a:solidFill>
                <a:latin typeface="Segoe UI"/>
                <a:cs typeface="Segoe UI"/>
              </a:rPr>
              <a:t>4</a:t>
            </a:r>
          </a:p>
          <a:p>
            <a:pPr algn="ctr"/>
            <a:r>
              <a:rPr lang="de-DE" sz="2200" b="1" dirty="0">
                <a:solidFill>
                  <a:srgbClr val="FFFFFF"/>
                </a:solidFill>
                <a:latin typeface="Segoe UI"/>
                <a:cs typeface="Segoe UI"/>
              </a:rPr>
              <a:t>Zertifikat</a:t>
            </a:r>
          </a:p>
        </p:txBody>
      </p:sp>
      <p:sp>
        <p:nvSpPr>
          <p:cNvPr id="29" name="Hinweis"/>
          <p:cNvSpPr/>
          <p:nvPr/>
        </p:nvSpPr>
        <p:spPr>
          <a:xfrm>
            <a:off x="566928" y="50292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/>
            <a:r>
              <a:rPr lang="de-DE" sz="2000" b="0" dirty="0">
                <a:solidFill>
                  <a:srgbClr val="C8C8C8"/>
                </a:solidFill>
                <a:latin typeface="Segoe UI"/>
                <a:cs typeface="Segoe UI"/>
              </a:rPr>
              <a:t>1. Firma bekommt alle Zertifikate</a:t>
            </a:r>
          </a:p>
          <a:p>
            <a:pPr algn="l"/>
            <a:r>
              <a:rPr lang="de-DE" sz="2000" dirty="0">
                <a:solidFill>
                  <a:srgbClr val="C8C8C8"/>
                </a:solidFill>
                <a:latin typeface="Segoe UI"/>
                <a:cs typeface="Segoe UI"/>
              </a:rPr>
              <a:t>	Oder</a:t>
            </a:r>
            <a:endParaRPr lang="de-DE" sz="2000" b="0" dirty="0">
              <a:solidFill>
                <a:srgbClr val="C8C8C8"/>
              </a:solidFill>
              <a:latin typeface="Segoe UI"/>
              <a:cs typeface="Segoe UI"/>
            </a:endParaRPr>
          </a:p>
          <a:p>
            <a:pPr algn="l"/>
            <a:r>
              <a:rPr lang="de-DE" sz="2000" b="0" dirty="0">
                <a:solidFill>
                  <a:srgbClr val="C8C8C8"/>
                </a:solidFill>
                <a:latin typeface="Segoe UI"/>
                <a:cs typeface="Segoe UI"/>
              </a:rPr>
              <a:t>2. Teilnehmer scannen den QR-Code und laden ihr Zertifikat herunter</a:t>
            </a:r>
          </a:p>
        </p:txBody>
      </p:sp>
      <p:sp>
        <p:nvSpPr>
          <p:cNvPr id="30" name="Fusszeile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/>
            <a:r>
              <a:rPr lang="de-DE" sz="1200" b="0" dirty="0">
                <a:solidFill>
                  <a:srgbClr val="C8C8C8"/>
                </a:solidFill>
                <a:latin typeface="Segoe UI"/>
                <a:cs typeface="Segoe UI"/>
              </a:rPr>
              <a:t>sey-IT Group · Projekt MLP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kzentleiste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32" name="Titel"/>
          <p:cNvSpPr/>
          <p:nvPr/>
        </p:nvSpPr>
        <p:spPr>
          <a:xfrm>
            <a:off x="457200" y="50292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/>
            <a:r>
              <a:rPr lang="de-DE" sz="3600" b="1" dirty="0">
                <a:solidFill>
                  <a:srgbClr val="FFFFFF"/>
                </a:solidFill>
                <a:latin typeface="Segoe UI"/>
                <a:cs typeface="Segoe UI"/>
              </a:rPr>
              <a:t>Funktionen</a:t>
            </a:r>
          </a:p>
        </p:txBody>
      </p:sp>
      <p:sp>
        <p:nvSpPr>
          <p:cNvPr id="33" name="Titelstrich"/>
          <p:cNvSpPr/>
          <p:nvPr/>
        </p:nvSpPr>
        <p:spPr>
          <a:xfrm>
            <a:off x="566928" y="1280160"/>
            <a:ext cx="1097280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34" name="Kachel"/>
          <p:cNvSpPr/>
          <p:nvPr/>
        </p:nvSpPr>
        <p:spPr>
          <a:xfrm>
            <a:off x="548640" y="1828800"/>
            <a:ext cx="3474720" cy="1783080"/>
          </a:xfrm>
          <a:prstGeom prst="rect">
            <a:avLst/>
          </a:prstGeom>
          <a:solidFill>
            <a:srgbClr val="34383F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/>
            <a:r>
              <a:rPr lang="de-DE" sz="2800" b="1" dirty="0">
                <a:solidFill>
                  <a:srgbClr val="FF6600"/>
                </a:solidFill>
                <a:latin typeface="Segoe UI"/>
                <a:cs typeface="Segoe UI"/>
              </a:rPr>
              <a:t>Countdown</a:t>
            </a:r>
          </a:p>
          <a:p>
            <a:pPr algn="ctr"/>
            <a:r>
              <a:rPr lang="de-DE" sz="1800" b="0" dirty="0">
                <a:solidFill>
                  <a:srgbClr val="C8C8C8"/>
                </a:solidFill>
                <a:latin typeface="Segoe UI"/>
                <a:cs typeface="Segoe UI"/>
              </a:rPr>
              <a:t>Tage bis zum Start</a:t>
            </a:r>
          </a:p>
        </p:txBody>
      </p:sp>
      <p:sp>
        <p:nvSpPr>
          <p:cNvPr id="35" name="Kachelkante"/>
          <p:cNvSpPr/>
          <p:nvPr/>
        </p:nvSpPr>
        <p:spPr>
          <a:xfrm>
            <a:off x="548640" y="1828800"/>
            <a:ext cx="347472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36" name="Kachel"/>
          <p:cNvSpPr/>
          <p:nvPr/>
        </p:nvSpPr>
        <p:spPr>
          <a:xfrm>
            <a:off x="4361688" y="1828800"/>
            <a:ext cx="3474720" cy="1783080"/>
          </a:xfrm>
          <a:prstGeom prst="rect">
            <a:avLst/>
          </a:prstGeom>
          <a:solidFill>
            <a:srgbClr val="34383F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/>
            <a:r>
              <a:rPr lang="de-DE" sz="2800" b="1" dirty="0">
                <a:solidFill>
                  <a:srgbClr val="FF6600"/>
                </a:solidFill>
                <a:latin typeface="Segoe UI"/>
                <a:cs typeface="Segoe UI"/>
              </a:rPr>
              <a:t>Zertifikat</a:t>
            </a:r>
          </a:p>
          <a:p>
            <a:pPr algn="ctr"/>
            <a:r>
              <a:rPr lang="de-DE" sz="1800" b="0" dirty="0">
                <a:solidFill>
                  <a:srgbClr val="C8C8C8"/>
                </a:solidFill>
                <a:latin typeface="Segoe UI"/>
                <a:cs typeface="Segoe UI"/>
              </a:rPr>
              <a:t>als PDF für jeden Teilnehmer</a:t>
            </a:r>
            <a:br>
              <a:rPr lang="de-DE" sz="1800" b="0" dirty="0">
                <a:solidFill>
                  <a:srgbClr val="C8C8C8"/>
                </a:solidFill>
                <a:latin typeface="Segoe UI"/>
                <a:cs typeface="Segoe UI"/>
              </a:rPr>
            </a:br>
            <a:r>
              <a:rPr lang="de-DE" sz="1800" b="0" dirty="0">
                <a:solidFill>
                  <a:srgbClr val="C8C8C8"/>
                </a:solidFill>
                <a:latin typeface="Segoe UI"/>
                <a:cs typeface="Segoe UI"/>
              </a:rPr>
              <a:t>der Firma im Dashboard</a:t>
            </a:r>
          </a:p>
        </p:txBody>
      </p:sp>
      <p:sp>
        <p:nvSpPr>
          <p:cNvPr id="37" name="Kachelkante"/>
          <p:cNvSpPr/>
          <p:nvPr/>
        </p:nvSpPr>
        <p:spPr>
          <a:xfrm>
            <a:off x="4361688" y="1828800"/>
            <a:ext cx="347472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38" name="Kachel"/>
          <p:cNvSpPr/>
          <p:nvPr/>
        </p:nvSpPr>
        <p:spPr>
          <a:xfrm>
            <a:off x="8174736" y="1828800"/>
            <a:ext cx="3474720" cy="1783080"/>
          </a:xfrm>
          <a:prstGeom prst="rect">
            <a:avLst/>
          </a:prstGeom>
          <a:solidFill>
            <a:srgbClr val="34383F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/>
            <a:r>
              <a:rPr lang="de-DE" sz="2800" b="1" dirty="0">
                <a:solidFill>
                  <a:srgbClr val="FF6600"/>
                </a:solidFill>
                <a:latin typeface="Segoe UI"/>
                <a:cs typeface="Segoe UI"/>
              </a:rPr>
              <a:t>QR-Code</a:t>
            </a:r>
          </a:p>
          <a:p>
            <a:pPr algn="ctr"/>
            <a:r>
              <a:rPr lang="de-DE" sz="1800" b="0" dirty="0">
                <a:solidFill>
                  <a:srgbClr val="C8C8C8"/>
                </a:solidFill>
                <a:latin typeface="Segoe UI"/>
                <a:cs typeface="Segoe UI"/>
              </a:rPr>
              <a:t>direkt zum Download</a:t>
            </a:r>
            <a:br>
              <a:rPr lang="de-DE" sz="1800" b="0" dirty="0">
                <a:solidFill>
                  <a:srgbClr val="C8C8C8"/>
                </a:solidFill>
                <a:latin typeface="Segoe UI"/>
                <a:cs typeface="Segoe UI"/>
              </a:rPr>
            </a:br>
            <a:r>
              <a:rPr lang="de-DE" sz="1800" b="0" dirty="0">
                <a:solidFill>
                  <a:srgbClr val="C8C8C8"/>
                </a:solidFill>
                <a:latin typeface="Segoe UI"/>
                <a:cs typeface="Segoe UI"/>
              </a:rPr>
              <a:t>Abgrenzung vom Dashboard</a:t>
            </a:r>
          </a:p>
        </p:txBody>
      </p:sp>
      <p:sp>
        <p:nvSpPr>
          <p:cNvPr id="39" name="Kachelkante"/>
          <p:cNvSpPr/>
          <p:nvPr/>
        </p:nvSpPr>
        <p:spPr>
          <a:xfrm>
            <a:off x="8174736" y="1828800"/>
            <a:ext cx="347472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40" name="Kachel"/>
          <p:cNvSpPr/>
          <p:nvPr/>
        </p:nvSpPr>
        <p:spPr>
          <a:xfrm>
            <a:off x="548640" y="3977640"/>
            <a:ext cx="3474720" cy="1783080"/>
          </a:xfrm>
          <a:prstGeom prst="rect">
            <a:avLst/>
          </a:prstGeom>
          <a:solidFill>
            <a:srgbClr val="34383F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/>
            <a:r>
              <a:rPr lang="de-DE" sz="2800" b="1" dirty="0">
                <a:solidFill>
                  <a:srgbClr val="FF6600"/>
                </a:solidFill>
                <a:latin typeface="Segoe UI"/>
                <a:cs typeface="Segoe UI"/>
              </a:rPr>
              <a:t>Tenant-Check</a:t>
            </a:r>
          </a:p>
          <a:p>
            <a:pPr algn="ctr"/>
            <a:r>
              <a:rPr lang="de-DE" sz="1800" b="0" dirty="0">
                <a:solidFill>
                  <a:srgbClr val="C8C8C8"/>
                </a:solidFill>
                <a:latin typeface="Segoe UI"/>
                <a:cs typeface="Segoe UI"/>
              </a:rPr>
              <a:t>Report hochladen</a:t>
            </a:r>
          </a:p>
        </p:txBody>
      </p:sp>
      <p:sp>
        <p:nvSpPr>
          <p:cNvPr id="41" name="Kachelkante"/>
          <p:cNvSpPr/>
          <p:nvPr/>
        </p:nvSpPr>
        <p:spPr>
          <a:xfrm>
            <a:off x="548640" y="3977640"/>
            <a:ext cx="347472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42" name="Kachel"/>
          <p:cNvSpPr/>
          <p:nvPr/>
        </p:nvSpPr>
        <p:spPr>
          <a:xfrm>
            <a:off x="4361688" y="3977640"/>
            <a:ext cx="3474720" cy="1783080"/>
          </a:xfrm>
          <a:prstGeom prst="rect">
            <a:avLst/>
          </a:prstGeom>
          <a:solidFill>
            <a:srgbClr val="34383F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/>
            <a:r>
              <a:rPr lang="de-DE" sz="2800" b="1" dirty="0">
                <a:solidFill>
                  <a:srgbClr val="FF6600"/>
                </a:solidFill>
                <a:latin typeface="Segoe UI"/>
                <a:cs typeface="Segoe UI"/>
              </a:rPr>
              <a:t>Gratis-Check</a:t>
            </a:r>
          </a:p>
          <a:p>
            <a:pPr algn="ctr"/>
            <a:r>
              <a:rPr lang="de-DE" sz="1800" b="0" dirty="0">
                <a:solidFill>
                  <a:srgbClr val="C8C8C8"/>
                </a:solidFill>
                <a:latin typeface="Segoe UI"/>
                <a:cs typeface="Segoe UI"/>
              </a:rPr>
              <a:t>Lizenzen prüfen lassen</a:t>
            </a:r>
          </a:p>
        </p:txBody>
      </p:sp>
      <p:sp>
        <p:nvSpPr>
          <p:cNvPr id="43" name="Kachelkante"/>
          <p:cNvSpPr/>
          <p:nvPr/>
        </p:nvSpPr>
        <p:spPr>
          <a:xfrm>
            <a:off x="4361688" y="3977640"/>
            <a:ext cx="347472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44" name="Kachel"/>
          <p:cNvSpPr/>
          <p:nvPr/>
        </p:nvSpPr>
        <p:spPr>
          <a:xfrm>
            <a:off x="8174736" y="3977640"/>
            <a:ext cx="3474720" cy="1783080"/>
          </a:xfrm>
          <a:prstGeom prst="rect">
            <a:avLst/>
          </a:prstGeom>
          <a:solidFill>
            <a:srgbClr val="34383F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/>
            <a:r>
              <a:rPr lang="de-DE" sz="2800" b="1" dirty="0">
                <a:solidFill>
                  <a:srgbClr val="FF6600"/>
                </a:solidFill>
                <a:latin typeface="Segoe UI"/>
                <a:cs typeface="Segoe UI"/>
              </a:rPr>
              <a:t>DE / EN</a:t>
            </a:r>
          </a:p>
          <a:p>
            <a:pPr algn="ctr"/>
            <a:r>
              <a:rPr lang="de-DE" sz="1800" b="0" dirty="0">
                <a:solidFill>
                  <a:srgbClr val="C8C8C8"/>
                </a:solidFill>
                <a:latin typeface="Segoe UI"/>
                <a:cs typeface="Segoe UI"/>
              </a:rPr>
              <a:t>Hell- und Dunkelmodus</a:t>
            </a:r>
          </a:p>
        </p:txBody>
      </p:sp>
      <p:sp>
        <p:nvSpPr>
          <p:cNvPr id="45" name="Kachelkante"/>
          <p:cNvSpPr/>
          <p:nvPr/>
        </p:nvSpPr>
        <p:spPr>
          <a:xfrm>
            <a:off x="8174736" y="3977640"/>
            <a:ext cx="347472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46" name="Fusszeile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/>
            <a:r>
              <a:rPr lang="de-DE" sz="1200" b="0" dirty="0">
                <a:solidFill>
                  <a:srgbClr val="C8C8C8"/>
                </a:solidFill>
                <a:latin typeface="Segoe UI"/>
                <a:cs typeface="Segoe UI"/>
              </a:rPr>
              <a:t>sey-IT Group · Projekt MLP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Akzentleiste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48" name="Titel"/>
          <p:cNvSpPr/>
          <p:nvPr/>
        </p:nvSpPr>
        <p:spPr>
          <a:xfrm>
            <a:off x="640080" y="2011680"/>
            <a:ext cx="6035040" cy="1463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/>
            <a:r>
              <a:rPr lang="de-DE" sz="4800" b="1" dirty="0">
                <a:solidFill>
                  <a:srgbClr val="FFFFFF"/>
                </a:solidFill>
                <a:latin typeface="Segoe UI"/>
                <a:cs typeface="Segoe UI"/>
              </a:rPr>
              <a:t>Hier geht‘s zum Zertifikat-&gt;</a:t>
            </a:r>
          </a:p>
        </p:txBody>
      </p:sp>
      <p:sp>
        <p:nvSpPr>
          <p:cNvPr id="49" name="Titelstrich"/>
          <p:cNvSpPr/>
          <p:nvPr/>
        </p:nvSpPr>
        <p:spPr>
          <a:xfrm>
            <a:off x="749808" y="3520440"/>
            <a:ext cx="146304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de-DE"/>
          </a:p>
        </p:txBody>
      </p:sp>
      <p:sp>
        <p:nvSpPr>
          <p:cNvPr id="50" name="Unterzeile"/>
          <p:cNvSpPr/>
          <p:nvPr/>
        </p:nvSpPr>
        <p:spPr>
          <a:xfrm>
            <a:off x="640080" y="3749040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/>
            <a:r>
              <a:rPr lang="de-DE" sz="2800" b="1" dirty="0">
                <a:solidFill>
                  <a:srgbClr val="FF6600"/>
                </a:solidFill>
                <a:latin typeface="Segoe UI"/>
                <a:cs typeface="Segoe UI"/>
              </a:rPr>
              <a:t>QR-Code scannen</a:t>
            </a:r>
          </a:p>
        </p:txBody>
      </p:sp>
      <p:sp>
        <p:nvSpPr>
          <p:cNvPr id="51" name="QR-Platzhalter"/>
          <p:cNvSpPr/>
          <p:nvPr/>
        </p:nvSpPr>
        <p:spPr>
          <a:xfrm>
            <a:off x="7589520" y="1463040"/>
            <a:ext cx="3840480" cy="3840480"/>
          </a:xfrm>
          <a:prstGeom prst="rect">
            <a:avLst/>
          </a:prstGeom>
          <a:noFill/>
          <a:ln w="28575">
            <a:solidFill>
              <a:srgbClr val="FF6600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algn="ctr"/>
            <a:r>
              <a:rPr lang="de-DE" sz="2000" dirty="0">
                <a:solidFill>
                  <a:srgbClr val="C8C8C8"/>
                </a:solidFill>
                <a:latin typeface="Segoe UI"/>
                <a:cs typeface="Segoe UI"/>
              </a:rPr>
              <a:t>Hier könnte der Zukünftige</a:t>
            </a:r>
          </a:p>
          <a:p>
            <a:pPr algn="ctr"/>
            <a:r>
              <a:rPr lang="de-DE" sz="2000" dirty="0">
                <a:solidFill>
                  <a:srgbClr val="C8C8C8"/>
                </a:solidFill>
                <a:latin typeface="Segoe UI"/>
                <a:cs typeface="Segoe UI"/>
              </a:rPr>
              <a:t> QR-Code stehen</a:t>
            </a:r>
            <a:endParaRPr lang="de-DE" sz="2000" b="0" dirty="0">
              <a:solidFill>
                <a:srgbClr val="C8C8C8"/>
              </a:solidFill>
              <a:latin typeface="Segoe UI"/>
              <a:cs typeface="Segoe UI"/>
            </a:endParaRPr>
          </a:p>
        </p:txBody>
      </p:sp>
      <p:sp>
        <p:nvSpPr>
          <p:cNvPr id="52" name="Slogan"/>
          <p:cNvSpPr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/>
            <a:r>
              <a:rPr lang="de-DE" sz="1800" b="1" dirty="0">
                <a:solidFill>
                  <a:srgbClr val="FF6600"/>
                </a:solidFill>
                <a:latin typeface="Segoe UI"/>
                <a:cs typeface="Segoe UI"/>
              </a:rPr>
              <a:t>ready</a:t>
            </a:r>
            <a:r>
              <a:rPr lang="de-DE" sz="1800" b="0" dirty="0">
                <a:solidFill>
                  <a:srgbClr val="C8C8C8"/>
                </a:solidFill>
                <a:latin typeface="Segoe UI"/>
                <a:cs typeface="Segoe UI"/>
              </a:rPr>
              <a:t>  →  </a:t>
            </a:r>
            <a:r>
              <a:rPr lang="de-DE" sz="1800" b="1" dirty="0">
                <a:solidFill>
                  <a:srgbClr val="C8C8C8"/>
                </a:solidFill>
                <a:latin typeface="Segoe UI"/>
                <a:cs typeface="Segoe UI"/>
              </a:rPr>
              <a:t>steady</a:t>
            </a:r>
            <a:r>
              <a:rPr lang="de-DE" sz="1800" b="0" dirty="0">
                <a:solidFill>
                  <a:srgbClr val="C8C8C8"/>
                </a:solidFill>
                <a:latin typeface="Segoe UI"/>
                <a:cs typeface="Segoe UI"/>
              </a:rPr>
              <a:t>  →  </a:t>
            </a:r>
            <a:r>
              <a:rPr lang="de-DE" sz="1800" b="1" dirty="0">
                <a:solidFill>
                  <a:srgbClr val="FF6600"/>
                </a:solidFill>
                <a:latin typeface="Segoe UI"/>
                <a:cs typeface="Segoe UI"/>
              </a:rPr>
              <a:t>sey-</a:t>
            </a:r>
            <a:r>
              <a:rPr lang="de-DE" sz="1800" b="1" dirty="0">
                <a:solidFill>
                  <a:srgbClr val="FFFFFF"/>
                </a:solidFill>
                <a:latin typeface="Segoe UI"/>
                <a:cs typeface="Segoe UI"/>
              </a:rPr>
              <a:t>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y-IT">
  <a:themeElements>
    <a:clrScheme name="seyIT">
      <a:dk1>
        <a:srgbClr val="26292E"/>
      </a:dk1>
      <a:lt1>
        <a:srgbClr val="FFFFFF"/>
      </a:lt1>
      <a:dk2>
        <a:srgbClr val="34383F"/>
      </a:dk2>
      <a:lt2>
        <a:srgbClr val="C8C8C8"/>
      </a:lt2>
      <a:accent1>
        <a:srgbClr val="FF6600"/>
      </a:accent1>
      <a:accent2>
        <a:srgbClr val="E05500"/>
      </a:accent2>
      <a:accent3>
        <a:srgbClr val="FFAD70"/>
      </a:accent3>
      <a:accent4>
        <a:srgbClr val="C8C8C8"/>
      </a:accent4>
      <a:accent5>
        <a:srgbClr val="34383F"/>
      </a:accent5>
      <a:accent6>
        <a:srgbClr val="FFFFFF"/>
      </a:accent6>
      <a:hlink>
        <a:srgbClr val="FFAD70"/>
      </a:hlink>
      <a:folHlink>
        <a:srgbClr val="C8C8C8"/>
      </a:folHlink>
    </a:clrScheme>
    <a:fontScheme name="seyIT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seyI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Microsoft Office PowerPoint</Application>
  <PresentationFormat>Breitbild</PresentationFormat>
  <Paragraphs>45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8" baseType="lpstr">
      <vt:lpstr>Arial</vt:lpstr>
      <vt:lpstr>Segoe UI</vt:lpstr>
      <vt:lpstr>sey-IT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Herr Yannek Birklbauer | sey-IT Group</cp:lastModifiedBy>
  <cp:revision>1</cp:revision>
  <dcterms:modified xsi:type="dcterms:W3CDTF">2026-10-20T11:01:01Z</dcterms:modified>
</cp:coreProperties>
</file>